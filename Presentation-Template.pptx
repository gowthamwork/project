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8" r:id="rId2"/>
    <p:sldId id="27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9ECAF-0914-4539-B21E-50A18F327A1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966E-7B22-49B6-B918-E49966114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C966E-7B22-49B6-B918-E49966114F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8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0632-4E31-39FD-075A-9F80E6E4C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A7B72-33FF-B178-E17C-E7062CF99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2CF0-CAA2-75BA-46F4-4421706F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68E17-A056-BB35-4300-FF3F9CA2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47C7F-A77C-D51A-9442-B3DABA5B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3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489A-F697-26C1-2081-3CAF6988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91F3-1547-BAFF-B252-5E792F26B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B851F-F8E2-5AF7-1BF0-936FB77F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E73CD-0A5F-B607-9FD2-CA8DB4C3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23141-7E77-22C8-8FAE-FC5ECDC3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A6980C-F5BF-068D-3DBB-B40500DA83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7012"/>
            <a:ext cx="12192000" cy="68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4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9B73-36C7-19AF-AE4D-95D3D1B8F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62A18-DC0C-BA73-E40A-531E5340F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6676A-950B-AE3F-8B81-BEC55536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D31E4-ED0C-5916-60DC-B80BCA5E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7CFB2-B181-B475-BB47-DA2F6246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0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6012-E74D-7B02-71AC-CDD6BC99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A3B75-DEB5-770C-C508-0E9481BDE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1F556-603D-8FCB-DE6F-824352E22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0214A-0FAC-57DC-BF34-81A32058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3B45A-0736-E554-8CF9-87B8C621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02924-8F47-8DCA-AB3B-7ED108C1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8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969D-1B2E-A7D8-D046-5638E96D7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1F13E-F9B6-0C17-DEC2-D0B62DC99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E6BEF-9AFC-3265-E727-A4CAEC11A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8F139-FF55-59BC-D9CE-02DA254FF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215E4-66AE-AEDC-4B38-E5932173C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76B38-1A46-B31E-D8D6-F1ABABED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B9F5B-8763-8DEB-0C85-0701FE7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E034C-3F3A-73C8-4929-FBE6C82B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3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3C86-A689-5A45-E182-42060131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72048-E224-1964-ED5C-B6D5379F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A3456-9236-8824-9ACD-E505F8C2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1D1F6-365E-9771-5B20-D7FFAA9D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7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9024C-83EB-332E-74E2-4F786CDC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8B17F-7BF3-0641-25EB-035E1C20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8FE2F-7C77-FB3F-AB6E-D641B487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0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41B1-38EA-61A0-009A-2AA5CA6E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3897-B10F-3B7B-13CD-43B29BF60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02D4E-5112-D34C-F441-02A2BD3F5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D6A15-D915-9F3D-477C-083B2ADF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40A64-0333-7BCC-4BB4-B345EB94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C0558-A732-2A10-8EF5-BFF20D122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97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5FAD-E938-76C5-F458-43D48B1F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69618-1185-3BFB-B49A-98A9D7B82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16B71-70E2-725A-B5FF-79BA24DE6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E677C-37D3-F6CF-2248-3B85FEB3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42EC2-8DD2-D5A2-E9F1-F24AA851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A601-1801-FB7B-9CFB-A9FD8D7C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8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08D4B-86B9-548B-8EF7-33BB3BFF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54590-299B-4BA3-2B8F-B280702FA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E3FE-70A2-4F5E-1CB1-34D43C51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2F6F-EA36-5C3C-5EBF-07E39250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1B9C7-EA68-7A27-3E80-50D9874A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9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58601-CE0F-919D-C0CC-F2D2E47EC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452-2D4B-0592-C6BE-EF4A7722E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A620-B161-1EBA-8066-A3700270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31567-0AB2-CDFD-15F1-FDD8462F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B498-E8A5-84B6-EAB0-BC1A5522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76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DF2B5D-E3AB-E83C-B324-12B7FCFAE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03" y="-106248"/>
            <a:ext cx="12008793" cy="6964248"/>
          </a:xfrm>
          <a:prstGeom prst="rect">
            <a:avLst/>
          </a:prstGeom>
          <a:solidFill>
            <a:schemeClr val="bg1"/>
          </a:solidFill>
          <a:effectLst>
            <a:glow rad="127000">
              <a:schemeClr val="accent1">
                <a:alpha val="97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49232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8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F871C9-049F-9061-B490-4565430C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BB219-1DAF-F88D-3615-5632B54B7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3F864-7E03-0D5C-006F-2A3C55D0C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58351-FD35-4239-A241-31D2FAF6AEAD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71E6A-F36D-46E4-D4A4-9CD5BA58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57651-70EB-0E09-A598-EFF1CFF4F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FD0CD-AED8-4217-AE65-E277314A49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60A64-7D13-04C4-638A-94DD309F94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45580"/>
            <a:ext cx="17287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Sensitivity: LNT Construction Internal Use</a:t>
            </a:r>
          </a:p>
        </p:txBody>
      </p:sp>
    </p:spTree>
    <p:extLst>
      <p:ext uri="{BB962C8B-B14F-4D97-AF65-F5344CB8AC3E}">
        <p14:creationId xmlns:p14="http://schemas.microsoft.com/office/powerpoint/2010/main" val="47022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A5D9-46A5-C926-905B-C026E15D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576" y="2010085"/>
            <a:ext cx="8251372" cy="15822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CNC Machine Health Monitoring and Predictive Maintenance Using IoT and Machine Learning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D702A4-0B82-3733-93D7-317A243DC764}"/>
              </a:ext>
            </a:extLst>
          </p:cNvPr>
          <p:cNvGrpSpPr/>
          <p:nvPr/>
        </p:nvGrpSpPr>
        <p:grpSpPr>
          <a:xfrm>
            <a:off x="9740826" y="443881"/>
            <a:ext cx="3169301" cy="1136871"/>
            <a:chOff x="-419742" y="368079"/>
            <a:chExt cx="3328620" cy="119402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B9C7908-CE87-B00B-BCC4-64105EAB1AD8}"/>
                </a:ext>
              </a:extLst>
            </p:cNvPr>
            <p:cNvSpPr/>
            <p:nvPr/>
          </p:nvSpPr>
          <p:spPr>
            <a:xfrm>
              <a:off x="-419742" y="368079"/>
              <a:ext cx="3328620" cy="11940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4AD4D3-F673-B0B1-29D6-4077942A0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341" y="541931"/>
              <a:ext cx="1741425" cy="908848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CDE4629-829B-03CC-E79D-671D06A47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64" y="194375"/>
            <a:ext cx="3663312" cy="471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E0FE4348-572F-E57F-9CB4-2D1A1E42080B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Content</a:t>
            </a:r>
            <a:endParaRPr lang="en-US" sz="2400" b="1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8A1AF2EC-4F5A-4F58-A056-6C52207C4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8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29584-1A03-1EB3-B508-17FF3843C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66" y="1399696"/>
            <a:ext cx="10515600" cy="435133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Brief Introduction to the project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Domain relevance (e.g., Healthcare, IoT, Robotics, etc.)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Purpose of combining Embedded Systems with ML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2D30A26-1508-F968-4A87-D868BC5F87AE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 Overview</a:t>
            </a:r>
          </a:p>
        </p:txBody>
      </p:sp>
      <p:pic>
        <p:nvPicPr>
          <p:cNvPr id="6" name="Picture 5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02A3EA6C-80AA-1E36-BD1E-0BD52CE3C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10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A71A16-1B49-DE29-886B-2FD31F28B114}"/>
              </a:ext>
            </a:extLst>
          </p:cNvPr>
          <p:cNvSpPr txBox="1"/>
          <p:nvPr/>
        </p:nvSpPr>
        <p:spPr>
          <a:xfrm>
            <a:off x="736170" y="1730609"/>
            <a:ext cx="6152826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What real-world problem are you solving?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Why is it important?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7BF177-A981-7CE9-7AA2-7455235C57FF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Problem Statement</a:t>
            </a:r>
            <a:endParaRPr lang="en-US" sz="2400" b="1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Picture 10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27CBD0B7-5193-F311-7D3E-A9C6CC0C7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98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9E20D5-711C-333B-0739-B0A4A75D8B12}"/>
              </a:ext>
            </a:extLst>
          </p:cNvPr>
          <p:cNvSpPr txBox="1"/>
          <p:nvPr/>
        </p:nvSpPr>
        <p:spPr>
          <a:xfrm>
            <a:off x="1034512" y="1526553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Main project goal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2–4 measurable objectives 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9BB20E8-C526-21BE-C06C-D8F248FB04EE}"/>
              </a:ext>
            </a:extLst>
          </p:cNvPr>
          <p:cNvSpPr/>
          <p:nvPr/>
        </p:nvSpPr>
        <p:spPr>
          <a:xfrm>
            <a:off x="0" y="0"/>
            <a:ext cx="5718875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Project Goal &amp; Objectives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D138498F-9445-DB57-FF63-7516E905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2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3774B1-9327-CE28-F1F6-15A53719D997}"/>
              </a:ext>
            </a:extLst>
          </p:cNvPr>
          <p:cNvSpPr txBox="1"/>
          <p:nvPr/>
        </p:nvSpPr>
        <p:spPr>
          <a:xfrm>
            <a:off x="895027" y="1684113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System Architecture diagram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How embedded system + ML are integrated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9CA1F92-8950-5787-0449-7A409005BF77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Proposed Solution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F800E4AA-61EE-1810-524F-17E725087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41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AAC21E-32A7-BC49-4694-B54706C9BD1A}"/>
              </a:ext>
            </a:extLst>
          </p:cNvPr>
          <p:cNvSpPr txBox="1"/>
          <p:nvPr/>
        </p:nvSpPr>
        <p:spPr>
          <a:xfrm>
            <a:off x="740043" y="1516536"/>
            <a:ext cx="7350072" cy="1337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Hardware:</a:t>
            </a: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 (e.g. Raspberry Pi, sensors, etc.)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Software &amp; Tools:</a:t>
            </a: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 (e.g., Python, Arduino IDE)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Datasets/ML Models Used:</a:t>
            </a: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 (Mention source, type, size)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EB762A1-872B-873F-16A1-F1B6E1432264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Resources Utilized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56E6D37A-9AA7-0296-81B8-4DC5F4593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120F2B-FD44-67F8-7AC0-087E79E5B855}"/>
              </a:ext>
            </a:extLst>
          </p:cNvPr>
          <p:cNvSpPr txBox="1"/>
          <p:nvPr/>
        </p:nvSpPr>
        <p:spPr>
          <a:xfrm>
            <a:off x="1050011" y="1721517"/>
            <a:ext cx="6098582" cy="1337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Block Diagram or Flowchart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ML workflow (training, inference)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Embedded interaction (inputs/outputs)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D31B7D9-8FF0-2F12-0347-0F29D9D4381B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System Design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184007C1-3F21-8B2F-499E-60F75F7FC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8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44893A-E350-D1E9-735D-1C05CBA6035E}"/>
              </a:ext>
            </a:extLst>
          </p:cNvPr>
          <p:cNvSpPr txBox="1"/>
          <p:nvPr/>
        </p:nvSpPr>
        <p:spPr>
          <a:xfrm>
            <a:off x="1081007" y="1699613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Steps in project development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Screenshots/code snippets if relevant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506E12-4211-6E61-D107-A676413872B5}"/>
              </a:ext>
            </a:extLst>
          </p:cNvPr>
          <p:cNvSpPr/>
          <p:nvPr/>
        </p:nvSpPr>
        <p:spPr>
          <a:xfrm>
            <a:off x="0" y="0"/>
            <a:ext cx="4912963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Implementation Details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FAE109A1-EC4F-5C59-EC0B-566FBE5C3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3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BB3EAA-D051-F73B-090A-15330BE9DEB6}"/>
              </a:ext>
            </a:extLst>
          </p:cNvPr>
          <p:cNvSpPr txBox="1"/>
          <p:nvPr/>
        </p:nvSpPr>
        <p:spPr>
          <a:xfrm>
            <a:off x="864031" y="1579453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Accuracy of the model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Performance of the embedded system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7D0D5CE-4730-8982-5CE7-0ED1085C3E9B}"/>
              </a:ext>
            </a:extLst>
          </p:cNvPr>
          <p:cNvSpPr/>
          <p:nvPr/>
        </p:nvSpPr>
        <p:spPr>
          <a:xfrm>
            <a:off x="0" y="0"/>
            <a:ext cx="5408908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Results &amp; Observations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852A08F9-7AB3-8696-D315-E697153DE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07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261A84-A6BF-93BB-6F0F-EE281A4108C6}"/>
              </a:ext>
            </a:extLst>
          </p:cNvPr>
          <p:cNvSpPr txBox="1"/>
          <p:nvPr/>
        </p:nvSpPr>
        <p:spPr>
          <a:xfrm>
            <a:off x="631556" y="1684114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Key benefits of your solution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Any constraints (e.g., power, cost, speed)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95D4862-05C8-E560-B7B9-7A8A0025040A}"/>
              </a:ext>
            </a:extLst>
          </p:cNvPr>
          <p:cNvSpPr/>
          <p:nvPr/>
        </p:nvSpPr>
        <p:spPr>
          <a:xfrm>
            <a:off x="0" y="0"/>
            <a:ext cx="5672380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Advantages &amp; Limitations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8558CDA0-4275-1D08-E1B7-BE879025A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0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914849-0A33-00DB-611A-D7E0D3522693}"/>
              </a:ext>
            </a:extLst>
          </p:cNvPr>
          <p:cNvSpPr txBox="1"/>
          <p:nvPr/>
        </p:nvSpPr>
        <p:spPr>
          <a:xfrm>
            <a:off x="755543" y="1808100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How the project can be scaled or improved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Any real-world deployment possibilities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CCE703-8809-8FC0-75AA-D9FBE89D8B77}"/>
              </a:ext>
            </a:extLst>
          </p:cNvPr>
          <p:cNvSpPr/>
          <p:nvPr/>
        </p:nvSpPr>
        <p:spPr>
          <a:xfrm>
            <a:off x="1" y="0"/>
            <a:ext cx="4076054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Future Scope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9F68E4AD-7DA7-FBE2-DF3F-67F181A4B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5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F1299A-B2F4-4E69-A657-1955B114F7CA}"/>
              </a:ext>
            </a:extLst>
          </p:cNvPr>
          <p:cNvSpPr txBox="1"/>
          <p:nvPr/>
        </p:nvSpPr>
        <p:spPr>
          <a:xfrm>
            <a:off x="972520" y="1730609"/>
            <a:ext cx="609858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Summary of learnings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Key achievements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86D34F3-7063-A1A9-AF94-C2185DD2A348}"/>
              </a:ext>
            </a:extLst>
          </p:cNvPr>
          <p:cNvSpPr/>
          <p:nvPr/>
        </p:nvSpPr>
        <p:spPr>
          <a:xfrm>
            <a:off x="0" y="0"/>
            <a:ext cx="3936569" cy="1109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A green square with a square on it&#10;&#10;AI-generated content may be incorrect.">
            <a:extLst>
              <a:ext uri="{FF2B5EF4-FFF2-40B4-BE49-F238E27FC236}">
                <a16:creationId xmlns:a16="http://schemas.microsoft.com/office/drawing/2014/main" id="{8D00587A-8EF4-45D1-8353-1F397D813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35" y="289880"/>
            <a:ext cx="530055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8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B2EA78-46D4-AF2C-DFA0-A021542F9712}"/>
              </a:ext>
            </a:extLst>
          </p:cNvPr>
          <p:cNvSpPr txBox="1"/>
          <p:nvPr/>
        </p:nvSpPr>
        <p:spPr>
          <a:xfrm>
            <a:off x="4413143" y="3017316"/>
            <a:ext cx="6098582" cy="82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527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210</Words>
  <Application>Microsoft Office PowerPoint</Application>
  <PresentationFormat>Widescreen</PresentationFormat>
  <Paragraphs>40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Source Sans Pro</vt:lpstr>
      <vt:lpstr>Symbol</vt:lpstr>
      <vt:lpstr>Office Theme</vt:lpstr>
      <vt:lpstr>CNC Machine Health Monitoring and Predictive Maintenance Using IoT and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Larsen and Toubro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RUPALI NILESH SURASKAR</dc:creator>
  <cp:lastModifiedBy>T Muni Reddy</cp:lastModifiedBy>
  <cp:revision>2</cp:revision>
  <dcterms:created xsi:type="dcterms:W3CDTF">2025-05-27T06:19:23Z</dcterms:created>
  <dcterms:modified xsi:type="dcterms:W3CDTF">2025-06-06T06:46:23Z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2025-05-27T09:02:25Z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57e73b39-fc56-400f-a0df-7a76ab66b43e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Sensitivity: LNT Construction Internal Use</vt:lpwstr>
  </property>
</Properties>
</file>